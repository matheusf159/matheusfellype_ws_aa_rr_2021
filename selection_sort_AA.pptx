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Maven Pro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bold.fntdata"/><Relationship Id="rId14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ebb3bcee2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ebb3bcee2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ebb3bcef5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ebb3bcef5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bb3bcef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bb3bcef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Selection Sort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Aluno: Matheus Fellype de Moura Silva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Matrícula: 2017027110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Selection Sort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Selection sort é um algoritmo de ordenação baseado em se passar sempre o menor valor do vetor para a primeira posição, depois o de segundo menor valor para a segunda posição, e assim feito sucessivamente até o término do vetor.</a:t>
            </a:r>
            <a:endParaRPr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8975" y="1187100"/>
            <a:ext cx="9525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algoritmo</a:t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788" y="1463175"/>
            <a:ext cx="3638426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/>
        </p:nvSpPr>
        <p:spPr>
          <a:xfrm>
            <a:off x="713250" y="361525"/>
            <a:ext cx="9144000" cy="47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pt-BR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 n-2           n</a:t>
            </a: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-1</a:t>
            </a: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  </a:t>
            </a:r>
            <a:endParaRPr baseline="-25000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T(n) = 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∑</a:t>
            </a:r>
            <a:r>
              <a:rPr lang="pt-BR" sz="1500"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((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∑</a:t>
            </a:r>
            <a:r>
              <a:rPr lang="pt-BR" sz="1500"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)+1)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pt-BR" sz="1200">
                <a:latin typeface="Nunito"/>
                <a:ea typeface="Nunito"/>
                <a:cs typeface="Nunito"/>
                <a:sym typeface="Nunito"/>
              </a:rPr>
              <a:t>   i=0           j=i+1</a:t>
            </a:r>
            <a:endParaRPr baseline="30000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   n-2               </a:t>
            </a:r>
            <a:endParaRPr baseline="-25000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T(n) = 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∑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((n-1-(i+1)+1))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pt-BR" sz="1200">
                <a:latin typeface="Nunito"/>
                <a:ea typeface="Nunito"/>
                <a:cs typeface="Nunito"/>
                <a:sym typeface="Nunito"/>
              </a:rPr>
              <a:t>   i=0</a:t>
            </a:r>
            <a:r>
              <a:rPr baseline="30000" lang="pt-BR">
                <a:latin typeface="Nunito"/>
                <a:ea typeface="Nunito"/>
                <a:cs typeface="Nunito"/>
                <a:sym typeface="Nunito"/>
              </a:rPr>
              <a:t>          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pt-BR">
                <a:latin typeface="Nunito"/>
                <a:ea typeface="Nunito"/>
                <a:cs typeface="Nunito"/>
                <a:sym typeface="Nunito"/>
              </a:rPr>
              <a:t>   </a:t>
            </a: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n-2                                                                       n-2             n-2</a:t>
            </a:r>
            <a:endParaRPr baseline="-25000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T(n) = 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∑</a:t>
            </a:r>
            <a:r>
              <a:rPr lang="pt-BR" sz="1500"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(n-i-1)+1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T(n) = 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∑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- ∑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i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pt-BR" sz="1200">
                <a:latin typeface="Nunito"/>
                <a:ea typeface="Nunito"/>
                <a:cs typeface="Nunito"/>
                <a:sym typeface="Nunito"/>
              </a:rPr>
              <a:t>   i=0             i=0                                                     i=0              i=0</a:t>
            </a:r>
            <a:endParaRPr baseline="30000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pt-BR">
                <a:latin typeface="Nunito"/>
                <a:ea typeface="Nunito"/>
                <a:cs typeface="Nunito"/>
                <a:sym typeface="Nunito"/>
              </a:rPr>
              <a:t>   </a:t>
            </a: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                                                     n-2      </a:t>
            </a:r>
            <a:endParaRPr baseline="-25000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T(n) =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n(n-2-0+1)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- ∑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i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pt-BR" sz="1100">
                <a:latin typeface="Nunito"/>
                <a:ea typeface="Nunito"/>
                <a:cs typeface="Nunito"/>
                <a:sym typeface="Nunito"/>
              </a:rPr>
              <a:t>                                                            i=0</a:t>
            </a:r>
            <a:endParaRPr baseline="30000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                             n-2      </a:t>
            </a:r>
            <a:endParaRPr baseline="-25000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T(n) =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</a:t>
            </a:r>
            <a:r>
              <a:rPr baseline="30000" lang="pt-BR" sz="17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- n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- ∑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i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pt-BR" sz="1100">
                <a:latin typeface="Nunito"/>
                <a:ea typeface="Nunito"/>
                <a:cs typeface="Nunito"/>
                <a:sym typeface="Nunito"/>
              </a:rPr>
              <a:t>                               </a:t>
            </a:r>
            <a:r>
              <a:rPr baseline="30000" lang="pt-BR" sz="1200">
                <a:latin typeface="Nunito"/>
                <a:ea typeface="Nunito"/>
                <a:cs typeface="Nunito"/>
                <a:sym typeface="Nunito"/>
              </a:rPr>
              <a:t> i=0</a:t>
            </a:r>
            <a:endParaRPr baseline="30000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pt-BR" sz="1200">
                <a:latin typeface="Nunito"/>
                <a:ea typeface="Nunito"/>
                <a:cs typeface="Nunito"/>
                <a:sym typeface="Nunito"/>
              </a:rPr>
              <a:t>                                 </a:t>
            </a:r>
            <a:endParaRPr baseline="-25000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T(n) =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</a:t>
            </a:r>
            <a:r>
              <a:rPr baseline="30000" lang="pt-BR" sz="17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-n-(n</a:t>
            </a:r>
            <a:r>
              <a:rPr baseline="30000" lang="pt-BR" sz="17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-3n+2)/2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T(n) = (n</a:t>
            </a:r>
            <a:r>
              <a:rPr baseline="30000" lang="pt-BR" sz="17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+n-2)/2 = ½(n</a:t>
            </a:r>
            <a:r>
              <a:rPr baseline="30000" lang="pt-BR" sz="17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+n-2)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381725" y="100450"/>
            <a:ext cx="687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Cálculo de Custo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4916925" y="2404525"/>
            <a:ext cx="345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Logo, temos que o sua complexidade de custo é O(n</a:t>
            </a:r>
            <a:r>
              <a:rPr baseline="30000" lang="pt-BR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), para todos os casos.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